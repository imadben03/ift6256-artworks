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3"/>
  </p:notesMasterIdLst>
  <p:handoutMasterIdLst>
    <p:handoutMasterId r:id="rId14"/>
  </p:handoutMasterIdLst>
  <p:sldIdLst>
    <p:sldId id="334" r:id="rId5"/>
    <p:sldId id="337" r:id="rId6"/>
    <p:sldId id="342" r:id="rId7"/>
    <p:sldId id="350" r:id="rId8"/>
    <p:sldId id="324" r:id="rId9"/>
    <p:sldId id="352" r:id="rId10"/>
    <p:sldId id="353" r:id="rId11"/>
    <p:sldId id="34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84967" autoAdjust="0"/>
  </p:normalViewPr>
  <p:slideViewPr>
    <p:cSldViewPr snapToGrid="0">
      <p:cViewPr varScale="1">
        <p:scale>
          <a:sx n="92" d="100"/>
          <a:sy n="92" d="100"/>
        </p:scale>
        <p:origin x="184" y="6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620F-2C80-4D22-C32F-DAABD4D8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B2A46-29F6-EB23-BC2A-D79EFD48A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0C5B-B1A5-FF0F-EE80-D0F886821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DFD0C-4203-E52E-7019-046D57007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41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5CF42-2E07-EA76-073A-27EE5803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DA5ED-EA1B-3AAC-68CE-C413192B3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FFAA3-D3AA-AB84-3BE9-604623EAC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B2FFD-4A2C-1524-7689-63F02D244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987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A59A-E459-4D2B-B15E-E405149B6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32183-054E-2299-756A-AE890F3BC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F2071-78C7-3337-38EF-9178C8E6D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D8E2C-38EF-0DBE-AAFD-FFD351573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34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fr-FR" noProof="0" dirty="0"/>
              <a:t>Art </a:t>
            </a:r>
            <a:r>
              <a:rPr lang="fr-FR" noProof="0" dirty="0" err="1"/>
              <a:t>piece</a:t>
            </a:r>
            <a:r>
              <a:rPr lang="fr-FR" noProof="0" dirty="0"/>
              <a:t> 3:</a:t>
            </a:r>
            <a:br>
              <a:rPr lang="fr-FR" noProof="0" dirty="0"/>
            </a:br>
            <a:r>
              <a:rPr lang="fr-FR" noProof="0" dirty="0" err="1"/>
              <a:t>Unending</a:t>
            </a:r>
            <a:r>
              <a:rPr lang="fr-FR" noProof="0" dirty="0"/>
              <a:t> pressure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fr-FR" noProof="0" dirty="0" err="1"/>
              <a:t>Dataset</a:t>
            </a:r>
            <a:r>
              <a:rPr lang="fr-FR" noProof="0" dirty="0"/>
              <a:t> utilisé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2291" y="325582"/>
            <a:ext cx="7830589" cy="1594658"/>
          </a:xfrm>
        </p:spPr>
        <p:txBody>
          <a:bodyPr/>
          <a:lstStyle/>
          <a:p>
            <a:r>
              <a:rPr lang="fr-FR" noProof="0" dirty="0"/>
              <a:t>Stress </a:t>
            </a:r>
            <a:r>
              <a:rPr lang="fr-FR" noProof="0" dirty="0" err="1"/>
              <a:t>Indicators</a:t>
            </a:r>
            <a:r>
              <a:rPr lang="fr-FR" noProof="0" dirty="0"/>
              <a:t> </a:t>
            </a:r>
            <a:r>
              <a:rPr lang="fr-FR" noProof="0" dirty="0" err="1"/>
              <a:t>Dataset</a:t>
            </a:r>
            <a:r>
              <a:rPr lang="fr-FR" noProof="0" dirty="0"/>
              <a:t> for Mental </a:t>
            </a:r>
            <a:r>
              <a:rPr lang="fr-FR" noProof="0" dirty="0" err="1"/>
              <a:t>Health</a:t>
            </a:r>
            <a:r>
              <a:rPr lang="fr-FR" noProof="0" dirty="0"/>
              <a:t> Classification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fr-FR" noProof="0" dirty="0"/>
              <a:t>Données </a:t>
            </a:r>
            <a:r>
              <a:rPr lang="fr-FR" noProof="0" dirty="0" err="1"/>
              <a:t>recoltées</a:t>
            </a:r>
            <a:r>
              <a:rPr lang="fr-FR" noProof="0" dirty="0"/>
              <a:t> a partir de </a:t>
            </a:r>
            <a:r>
              <a:rPr lang="en-US" noProof="0" dirty="0"/>
              <a:t>2000 </a:t>
            </a:r>
            <a:r>
              <a:rPr lang="en-US" noProof="0" dirty="0" err="1"/>
              <a:t>étu</a:t>
            </a:r>
            <a:r>
              <a:rPr lang="en-US" dirty="0" err="1"/>
              <a:t>diants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noProof="0" dirty="0" err="1"/>
              <a:t>Contient</a:t>
            </a:r>
            <a:r>
              <a:rPr lang="en-US" noProof="0" dirty="0"/>
              <a:t> </a:t>
            </a:r>
            <a:r>
              <a:rPr lang="en-US" noProof="0" dirty="0" err="1"/>
              <a:t>leur</a:t>
            </a:r>
            <a:r>
              <a:rPr lang="en-US" dirty="0"/>
              <a:t>s </a:t>
            </a:r>
            <a:r>
              <a:rPr lang="en-US" dirty="0" err="1"/>
              <a:t>réponses</a:t>
            </a:r>
            <a:r>
              <a:rPr lang="en-US" dirty="0"/>
              <a:t> </a:t>
            </a:r>
            <a:r>
              <a:rPr lang="en-US" dirty="0" err="1"/>
              <a:t>concernant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critères</a:t>
            </a:r>
            <a:r>
              <a:rPr lang="en-US" dirty="0"/>
              <a:t> (Stress, </a:t>
            </a:r>
            <a:r>
              <a:rPr lang="en-US" dirty="0" err="1"/>
              <a:t>Niveau</a:t>
            </a:r>
            <a:r>
              <a:rPr lang="en-US" dirty="0"/>
              <a:t> </a:t>
            </a:r>
            <a:r>
              <a:rPr lang="en-US" dirty="0" err="1"/>
              <a:t>académique</a:t>
            </a:r>
            <a:r>
              <a:rPr lang="en-US" dirty="0"/>
              <a:t>, </a:t>
            </a:r>
            <a:r>
              <a:rPr lang="en-US" dirty="0" err="1"/>
              <a:t>Problèmes</a:t>
            </a:r>
            <a:r>
              <a:rPr lang="en-US" dirty="0"/>
              <a:t> de santé, etc.)</a:t>
            </a:r>
          </a:p>
          <a:p>
            <a:pPr marL="285750" indent="-285750">
              <a:buFontTx/>
              <a:buChar char="-"/>
            </a:pPr>
            <a:r>
              <a:rPr lang="en-US" noProof="0" dirty="0"/>
              <a:t>Can range from 1 </a:t>
            </a:r>
            <a:r>
              <a:rPr lang="en-US" dirty="0"/>
              <a:t>to 5.</a:t>
            </a:r>
          </a:p>
          <a:p>
            <a:pPr marL="514350" lvl="1" indent="-285750">
              <a:buFontTx/>
              <a:buChar char="-"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804B-B227-9F45-6E80-1114E0AD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3A6C6D2-4BB5-51D3-391B-7080B90E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2291" y="325582"/>
            <a:ext cx="7830589" cy="1594658"/>
          </a:xfrm>
        </p:spPr>
        <p:txBody>
          <a:bodyPr/>
          <a:lstStyle/>
          <a:p>
            <a:r>
              <a:rPr lang="fr-FR" noProof="0" dirty="0" err="1"/>
              <a:t>Representing</a:t>
            </a:r>
            <a:r>
              <a:rPr lang="fr-FR" noProof="0" dirty="0"/>
              <a:t> </a:t>
            </a:r>
            <a:r>
              <a:rPr lang="fr-FR" noProof="0" dirty="0" err="1"/>
              <a:t>each</a:t>
            </a:r>
            <a:r>
              <a:rPr lang="fr-FR" noProof="0" dirty="0"/>
              <a:t> </a:t>
            </a:r>
            <a:r>
              <a:rPr lang="fr-FR" noProof="0" dirty="0" err="1"/>
              <a:t>student</a:t>
            </a:r>
            <a:endParaRPr lang="fr-FR" noProof="0" dirty="0"/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3309963F-AEDB-9674-7D10-0727A0D019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FB07A-47D6-48B9-D40A-2A9B29F6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1" indent="-285750">
              <a:buFontTx/>
              <a:buChar char="-"/>
            </a:pPr>
            <a:r>
              <a:rPr lang="fr-FR" noProof="0" dirty="0"/>
              <a:t>Vu la </a:t>
            </a:r>
            <a:r>
              <a:rPr lang="fr-FR" noProof="0" dirty="0" err="1"/>
              <a:t>quantit</a:t>
            </a:r>
            <a:r>
              <a:rPr lang="fr-FR" dirty="0"/>
              <a:t>é astronomique de données, seul quelques colonnes seront utilisées.</a:t>
            </a:r>
          </a:p>
          <a:p>
            <a:pPr marL="514350" lvl="1" indent="-285750">
              <a:buFontTx/>
              <a:buChar char="-"/>
            </a:pPr>
            <a:endParaRPr lang="fr-FR" noProof="0" dirty="0"/>
          </a:p>
          <a:p>
            <a:pPr marL="514350" lvl="1" indent="-285750">
              <a:buFontTx/>
              <a:buChar char="-"/>
            </a:pPr>
            <a:r>
              <a:rPr lang="fr-FR" dirty="0"/>
              <a:t>Chaque étudiant sera représenté par un rectangle to start.</a:t>
            </a:r>
          </a:p>
          <a:p>
            <a:pPr marL="514350" lvl="1" indent="-285750">
              <a:buFontTx/>
              <a:buChar char="-"/>
            </a:pPr>
            <a:endParaRPr lang="fr-FR" noProof="0" dirty="0"/>
          </a:p>
          <a:p>
            <a:pPr marL="514350" lvl="1" indent="-285750">
              <a:buFontTx/>
              <a:buChar char="-"/>
            </a:pPr>
            <a:r>
              <a:rPr lang="fr-FR" dirty="0"/>
              <a:t>Afin de différencier entre eux, on utilisera les différents attributs extraits.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9999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fr-FR" noProof="0" dirty="0"/>
              <a:t>Caractéristiques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pPr algn="ctr"/>
            <a:r>
              <a:rPr lang="fr-FR" u="sng" noProof="0" dirty="0"/>
              <a:t>Academic pressure/</a:t>
            </a:r>
            <a:r>
              <a:rPr lang="fr-FR" u="sng" noProof="0" dirty="0" err="1"/>
              <a:t>overload</a:t>
            </a:r>
            <a:endParaRPr lang="fr-FR" u="sng" noProof="0" dirty="0"/>
          </a:p>
          <a:p>
            <a:endParaRPr lang="fr-FR" noProof="0" dirty="0"/>
          </a:p>
          <a:p>
            <a:pPr marL="285750" indent="-285750">
              <a:buFontTx/>
              <a:buChar char="-"/>
            </a:pPr>
            <a:r>
              <a:rPr lang="fr-FR" dirty="0"/>
              <a:t>Définit la taille de chaque rectangle.</a:t>
            </a:r>
          </a:p>
          <a:p>
            <a:pPr marL="285750" indent="-285750">
              <a:buFontTx/>
              <a:buChar char="-"/>
            </a:pPr>
            <a:r>
              <a:rPr lang="fr-FR" noProof="0" dirty="0" err="1"/>
              <a:t>Bigger</a:t>
            </a:r>
            <a:r>
              <a:rPr lang="fr-FR" noProof="0" dirty="0"/>
              <a:t> </a:t>
            </a:r>
            <a:r>
              <a:rPr lang="fr-FR" noProof="0" dirty="0">
                <a:sym typeface="Wingdings" panose="05000000000000000000" pitchFamily="2" charset="2"/>
              </a:rPr>
              <a:t> More pressure.</a:t>
            </a:r>
            <a:endParaRPr lang="fr-FR" noProof="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48CD1FD-A66D-3AFC-77E3-6E85B8E72CF0}"/>
              </a:ext>
            </a:extLst>
          </p:cNvPr>
          <p:cNvSpPr txBox="1">
            <a:spLocks/>
          </p:cNvSpPr>
          <p:nvPr/>
        </p:nvSpPr>
        <p:spPr>
          <a:xfrm>
            <a:off x="6912033" y="2327440"/>
            <a:ext cx="4846320" cy="404057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u="sng" dirty="0"/>
              <a:t>Peer </a:t>
            </a:r>
            <a:r>
              <a:rPr lang="fr-FR" u="sng" dirty="0" err="1"/>
              <a:t>competition</a:t>
            </a:r>
            <a:endParaRPr lang="fr-FR" u="sng" dirty="0"/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Utilisé pour créer la «cage» qui entoure chaque rectangle.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Tighter</a:t>
            </a:r>
            <a:r>
              <a:rPr lang="fr-FR" dirty="0"/>
              <a:t> cage </a:t>
            </a:r>
            <a:r>
              <a:rPr lang="fr-FR" dirty="0">
                <a:sym typeface="Wingdings" panose="05000000000000000000" pitchFamily="2" charset="2"/>
              </a:rPr>
              <a:t> More </a:t>
            </a:r>
            <a:r>
              <a:rPr lang="fr-FR" dirty="0" err="1">
                <a:sym typeface="Wingdings" panose="05000000000000000000" pitchFamily="2" charset="2"/>
              </a:rPr>
              <a:t>competition</a:t>
            </a:r>
            <a:r>
              <a:rPr lang="fr-FR" dirty="0">
                <a:sym typeface="Wingdings" panose="05000000000000000000" pitchFamily="2" charset="2"/>
              </a:rPr>
              <a:t>.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F4A7042-B438-86CD-952C-51D22B266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871873"/>
            <a:ext cx="4497186" cy="208267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A28D928-5036-E685-5362-9F1C33D9E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033" y="4080163"/>
            <a:ext cx="4272372" cy="197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9126-2C32-E2E4-727C-02D382FCC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F7C5-9E7F-1215-5A31-792DFCF6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fr-FR" noProof="0" dirty="0"/>
              <a:t>Caractéristiques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97752-57E2-29F4-FD78-44E5C30E0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pPr algn="ctr"/>
            <a:r>
              <a:rPr lang="fr-FR" u="sng" noProof="0" dirty="0"/>
              <a:t>Confidence</a:t>
            </a:r>
          </a:p>
          <a:p>
            <a:endParaRPr lang="fr-FR" noProof="0" dirty="0"/>
          </a:p>
          <a:p>
            <a:pPr marL="285750" indent="-285750">
              <a:buFontTx/>
              <a:buChar char="-"/>
            </a:pPr>
            <a:r>
              <a:rPr lang="fr-FR" dirty="0"/>
              <a:t>Définit la couleur du rectangle.</a:t>
            </a:r>
          </a:p>
          <a:p>
            <a:pPr marL="285750" indent="-285750">
              <a:buFontTx/>
              <a:buChar char="-"/>
            </a:pPr>
            <a:r>
              <a:rPr lang="fr-FR" noProof="0" dirty="0"/>
              <a:t>Une confidence basse tend vers le rouge.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AC4771B-C8AE-246D-C0A4-317ED6FDB8F8}"/>
              </a:ext>
            </a:extLst>
          </p:cNvPr>
          <p:cNvSpPr txBox="1">
            <a:spLocks/>
          </p:cNvSpPr>
          <p:nvPr/>
        </p:nvSpPr>
        <p:spPr>
          <a:xfrm>
            <a:off x="6912033" y="2327440"/>
            <a:ext cx="4846320" cy="404057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u="sng" dirty="0" err="1"/>
              <a:t>Anxiety</a:t>
            </a:r>
            <a:endParaRPr lang="fr-FR" u="sng" dirty="0"/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make</a:t>
            </a:r>
            <a:r>
              <a:rPr lang="fr-FR" dirty="0"/>
              <a:t> the </a:t>
            </a:r>
            <a:r>
              <a:rPr lang="fr-FR" dirty="0" err="1"/>
              <a:t>piece</a:t>
            </a:r>
            <a:r>
              <a:rPr lang="fr-FR" dirty="0"/>
              <a:t> </a:t>
            </a:r>
            <a:r>
              <a:rPr lang="fr-FR" dirty="0" err="1"/>
              <a:t>less</a:t>
            </a:r>
            <a:r>
              <a:rPr lang="fr-FR" dirty="0"/>
              <a:t> </a:t>
            </a:r>
            <a:r>
              <a:rPr lang="fr-FR" dirty="0" err="1"/>
              <a:t>static</a:t>
            </a:r>
            <a:r>
              <a:rPr lang="fr-FR" dirty="0"/>
              <a:t>.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Adds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jitter</a:t>
            </a:r>
            <a:r>
              <a:rPr lang="fr-FR" dirty="0"/>
              <a:t> to </a:t>
            </a:r>
            <a:r>
              <a:rPr lang="fr-FR" dirty="0" err="1"/>
              <a:t>each</a:t>
            </a:r>
            <a:r>
              <a:rPr lang="fr-FR" dirty="0"/>
              <a:t> rectangle.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Crazy</a:t>
            </a:r>
            <a:r>
              <a:rPr lang="fr-FR" dirty="0"/>
              <a:t> </a:t>
            </a:r>
            <a:r>
              <a:rPr lang="fr-FR" dirty="0" err="1"/>
              <a:t>movement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More </a:t>
            </a:r>
            <a:r>
              <a:rPr lang="fr-FR" dirty="0" err="1">
                <a:sym typeface="Wingdings" panose="05000000000000000000" pitchFamily="2" charset="2"/>
              </a:rPr>
              <a:t>Anxiety</a:t>
            </a:r>
            <a:r>
              <a:rPr lang="fr-FR" dirty="0">
                <a:sym typeface="Wingdings" panose="05000000000000000000" pitchFamily="2" charset="2"/>
              </a:rPr>
              <a:t>.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F628E2-09DB-6AD2-07C2-4F44ADA51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37" y="3934690"/>
            <a:ext cx="4514229" cy="209203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1A09FE9-D3C0-7B8E-EF37-1004D9268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033" y="4314156"/>
            <a:ext cx="4502727" cy="185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3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2594-DF21-F8A7-B42E-112A7995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D266-8805-A4A0-9B98-3AA9EDC3A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fr-FR" noProof="0" dirty="0"/>
              <a:t>Caractéristiques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6AC4186-1C59-7F02-9883-A242314D7860}"/>
              </a:ext>
            </a:extLst>
          </p:cNvPr>
          <p:cNvSpPr txBox="1">
            <a:spLocks/>
          </p:cNvSpPr>
          <p:nvPr/>
        </p:nvSpPr>
        <p:spPr>
          <a:xfrm>
            <a:off x="3672840" y="2320512"/>
            <a:ext cx="4846320" cy="404057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u="sng" dirty="0" err="1"/>
              <a:t>Sleep</a:t>
            </a:r>
            <a:r>
              <a:rPr lang="fr-FR" u="sng" dirty="0"/>
              <a:t> issues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Définit la vitesse de déplacement de chaque rectangle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Faster</a:t>
            </a:r>
            <a:r>
              <a:rPr lang="fr-FR" dirty="0"/>
              <a:t> speed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Less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restlessnes+sleep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problems</a:t>
            </a:r>
            <a:r>
              <a:rPr lang="fr-FR" dirty="0">
                <a:sym typeface="Wingdings" panose="05000000000000000000" pitchFamily="2" charset="2"/>
              </a:rPr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872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80160" y="975908"/>
            <a:ext cx="4663440" cy="5459527"/>
          </a:xfrm>
        </p:spPr>
        <p:txBody>
          <a:bodyPr/>
          <a:lstStyle/>
          <a:p>
            <a:r>
              <a:rPr lang="fr-FR" dirty="0"/>
              <a:t> An </a:t>
            </a:r>
            <a:r>
              <a:rPr lang="fr-FR" dirty="0" err="1"/>
              <a:t>added</a:t>
            </a:r>
            <a:r>
              <a:rPr lang="fr-FR" dirty="0"/>
              <a:t> </a:t>
            </a: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an </a:t>
            </a:r>
            <a:r>
              <a:rPr lang="fr-FR" dirty="0" err="1"/>
              <a:t>event</a:t>
            </a:r>
            <a:r>
              <a:rPr lang="fr-FR" dirty="0"/>
              <a:t>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rectangle </a:t>
            </a:r>
            <a:r>
              <a:rPr lang="fr-FR" dirty="0" err="1"/>
              <a:t>would</a:t>
            </a:r>
            <a:r>
              <a:rPr lang="fr-FR" dirty="0"/>
              <a:t> </a:t>
            </a:r>
            <a:r>
              <a:rPr lang="fr-FR" dirty="0" err="1"/>
              <a:t>dissapear</a:t>
            </a:r>
            <a:r>
              <a:rPr lang="fr-FR" dirty="0"/>
              <a:t> </a:t>
            </a:r>
            <a:r>
              <a:rPr lang="fr-FR" dirty="0" err="1"/>
              <a:t>depending</a:t>
            </a:r>
            <a:r>
              <a:rPr lang="fr-FR" dirty="0"/>
              <a:t> on </a:t>
            </a:r>
            <a:r>
              <a:rPr lang="fr-FR" dirty="0" err="1"/>
              <a:t>its</a:t>
            </a:r>
            <a:r>
              <a:rPr lang="fr-FR" dirty="0"/>
              <a:t> state.</a:t>
            </a:r>
          </a:p>
          <a:p>
            <a:pPr marL="285750" indent="-285750">
              <a:buFontTx/>
              <a:buChar char="-"/>
            </a:pPr>
            <a:r>
              <a:rPr lang="fr-FR" noProof="0" dirty="0"/>
              <a:t>A </a:t>
            </a:r>
            <a:r>
              <a:rPr lang="fr-FR" noProof="0" dirty="0" err="1"/>
              <a:t>student</a:t>
            </a:r>
            <a:r>
              <a:rPr lang="fr-FR" noProof="0" dirty="0"/>
              <a:t> </a:t>
            </a:r>
            <a:r>
              <a:rPr lang="fr-FR" noProof="0" dirty="0" err="1"/>
              <a:t>with</a:t>
            </a:r>
            <a:r>
              <a:rPr lang="fr-FR" noProof="0" dirty="0"/>
              <a:t> more confidence </a:t>
            </a:r>
            <a:r>
              <a:rPr lang="fr-FR" noProof="0" dirty="0" err="1"/>
              <a:t>than</a:t>
            </a:r>
            <a:r>
              <a:rPr lang="fr-FR" noProof="0" dirty="0"/>
              <a:t> the </a:t>
            </a:r>
            <a:r>
              <a:rPr lang="fr-FR" noProof="0" dirty="0" err="1"/>
              <a:t>sum</a:t>
            </a:r>
            <a:r>
              <a:rPr lang="fr-FR" noProof="0" dirty="0"/>
              <a:t> of all </a:t>
            </a:r>
            <a:r>
              <a:rPr lang="fr-FR" noProof="0" dirty="0" err="1"/>
              <a:t>precendent</a:t>
            </a:r>
            <a:r>
              <a:rPr lang="fr-FR" noProof="0" dirty="0"/>
              <a:t> issues </a:t>
            </a:r>
            <a:r>
              <a:rPr lang="fr-FR" noProof="0" dirty="0" err="1"/>
              <a:t>will</a:t>
            </a:r>
            <a:r>
              <a:rPr lang="fr-FR" noProof="0" dirty="0"/>
              <a:t> </a:t>
            </a:r>
            <a:r>
              <a:rPr lang="fr-FR" noProof="0" dirty="0" err="1"/>
              <a:t>slowly</a:t>
            </a:r>
            <a:r>
              <a:rPr lang="fr-FR" noProof="0" dirty="0"/>
              <a:t> </a:t>
            </a:r>
            <a:r>
              <a:rPr lang="fr-FR" noProof="0" dirty="0" err="1"/>
              <a:t>decrease</a:t>
            </a:r>
            <a:r>
              <a:rPr lang="fr-FR" noProof="0" dirty="0"/>
              <a:t> in size </a:t>
            </a:r>
            <a:r>
              <a:rPr lang="fr-FR" noProof="0" dirty="0" err="1"/>
              <a:t>while</a:t>
            </a:r>
            <a:r>
              <a:rPr lang="fr-FR" noProof="0" dirty="0"/>
              <a:t> </a:t>
            </a:r>
            <a:r>
              <a:rPr lang="fr-FR" noProof="0" dirty="0" err="1"/>
              <a:t>changing</a:t>
            </a:r>
            <a:r>
              <a:rPr lang="fr-FR" noProof="0" dirty="0"/>
              <a:t> to a green </a:t>
            </a:r>
            <a:r>
              <a:rPr lang="fr-FR" noProof="0" dirty="0" err="1"/>
              <a:t>color</a:t>
            </a:r>
            <a:r>
              <a:rPr lang="fr-FR" noProof="0" dirty="0"/>
              <a:t> and </a:t>
            </a:r>
            <a:r>
              <a:rPr lang="fr-FR" noProof="0" dirty="0" err="1"/>
              <a:t>eventually</a:t>
            </a:r>
            <a:r>
              <a:rPr lang="fr-FR" noProof="0" dirty="0"/>
              <a:t> fade.</a:t>
            </a:r>
          </a:p>
          <a:p>
            <a:pPr marL="285750" indent="-285750">
              <a:buFontTx/>
              <a:buChar char="-"/>
            </a:pPr>
            <a:r>
              <a:rPr lang="fr-FR" dirty="0"/>
              <a:t>The </a:t>
            </a:r>
            <a:r>
              <a:rPr lang="fr-FR" dirty="0" err="1"/>
              <a:t>other</a:t>
            </a:r>
            <a:r>
              <a:rPr lang="fr-FR" dirty="0"/>
              <a:t> option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expanding</a:t>
            </a:r>
            <a:r>
              <a:rPr lang="fr-FR" dirty="0"/>
              <a:t> in size,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increasingly</a:t>
            </a:r>
            <a:r>
              <a:rPr lang="fr-FR" dirty="0"/>
              <a:t> fast </a:t>
            </a:r>
            <a:r>
              <a:rPr lang="fr-FR" dirty="0" err="1"/>
              <a:t>jitter</a:t>
            </a:r>
            <a:r>
              <a:rPr lang="fr-FR" dirty="0"/>
              <a:t> and </a:t>
            </a:r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leaning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</a:t>
            </a:r>
            <a:r>
              <a:rPr lang="fr-FR" dirty="0" err="1"/>
              <a:t>darker</a:t>
            </a:r>
            <a:r>
              <a:rPr lang="fr-FR" dirty="0"/>
              <a:t> </a:t>
            </a:r>
            <a:r>
              <a:rPr lang="fr-FR" dirty="0" err="1"/>
              <a:t>red</a:t>
            </a:r>
            <a:r>
              <a:rPr lang="fr-FR" dirty="0"/>
              <a:t>,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immediately</a:t>
            </a:r>
            <a:r>
              <a:rPr lang="fr-FR" dirty="0"/>
              <a:t> </a:t>
            </a:r>
            <a:r>
              <a:rPr lang="fr-FR" dirty="0" err="1"/>
              <a:t>popping</a:t>
            </a:r>
            <a:r>
              <a:rPr lang="fr-FR" dirty="0"/>
              <a:t> out of existence.</a:t>
            </a:r>
          </a:p>
          <a:p>
            <a:pPr marL="285750" indent="-285750">
              <a:buFontTx/>
              <a:buChar char="-"/>
            </a:pPr>
            <a:endParaRPr lang="fr-FR" noProof="0" dirty="0"/>
          </a:p>
          <a:p>
            <a:r>
              <a:rPr lang="fr-FR" dirty="0"/>
              <a:t>To </a:t>
            </a:r>
            <a:r>
              <a:rPr lang="fr-FR" dirty="0" err="1"/>
              <a:t>make</a:t>
            </a:r>
            <a:r>
              <a:rPr lang="fr-FR" dirty="0"/>
              <a:t> the </a:t>
            </a:r>
            <a:r>
              <a:rPr lang="fr-FR" dirty="0" err="1"/>
              <a:t>piece</a:t>
            </a:r>
            <a:r>
              <a:rPr lang="fr-FR" dirty="0"/>
              <a:t> </a:t>
            </a:r>
            <a:r>
              <a:rPr lang="fr-FR" dirty="0" err="1"/>
              <a:t>less</a:t>
            </a:r>
            <a:r>
              <a:rPr lang="fr-FR" dirty="0"/>
              <a:t> « </a:t>
            </a:r>
            <a:r>
              <a:rPr lang="fr-FR" dirty="0" err="1"/>
              <a:t>grim</a:t>
            </a:r>
            <a:r>
              <a:rPr lang="fr-FR" dirty="0"/>
              <a:t> », a Hope value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added</a:t>
            </a:r>
            <a:r>
              <a:rPr lang="fr-FR" dirty="0"/>
              <a:t>,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 a </a:t>
            </a:r>
            <a:r>
              <a:rPr lang="fr-FR" dirty="0" err="1"/>
              <a:t>hopeless</a:t>
            </a:r>
            <a:r>
              <a:rPr lang="fr-FR" dirty="0"/>
              <a:t> situation can have a happy </a:t>
            </a:r>
            <a:r>
              <a:rPr lang="fr-FR" dirty="0" err="1"/>
              <a:t>ending</a:t>
            </a:r>
            <a:r>
              <a:rPr lang="fr-FR" dirty="0"/>
              <a:t>; </a:t>
            </a:r>
            <a:r>
              <a:rPr lang="fr-FR" dirty="0" err="1"/>
              <a:t>making</a:t>
            </a:r>
            <a:r>
              <a:rPr lang="fr-FR" dirty="0"/>
              <a:t> a </a:t>
            </a:r>
            <a:r>
              <a:rPr lang="fr-FR" dirty="0" err="1"/>
              <a:t>dying</a:t>
            </a:r>
            <a:r>
              <a:rPr lang="fr-FR" dirty="0"/>
              <a:t> rectangle switch back to </a:t>
            </a:r>
            <a:r>
              <a:rPr lang="fr-FR" dirty="0" err="1"/>
              <a:t>healing</a:t>
            </a:r>
            <a:r>
              <a:rPr lang="fr-FR" dirty="0"/>
              <a:t> and </a:t>
            </a:r>
            <a:r>
              <a:rPr lang="fr-FR" dirty="0" err="1"/>
              <a:t>peacefully</a:t>
            </a:r>
            <a:r>
              <a:rPr lang="fr-FR" dirty="0"/>
              <a:t> fade </a:t>
            </a:r>
            <a:r>
              <a:rPr lang="fr-FR" dirty="0" err="1"/>
              <a:t>away</a:t>
            </a:r>
            <a:r>
              <a:rPr lang="fr-FR" dirty="0"/>
              <a:t>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B7E4F28-40EB-2210-2B16-BE572FF6C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884" y="736485"/>
            <a:ext cx="1384679" cy="178381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009DAE8-2376-07EE-C4A6-797E3CA16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269" y="736485"/>
            <a:ext cx="2715628" cy="233038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17B62F3-F1F7-85B1-F21E-18BEE39F9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875" y="3791128"/>
            <a:ext cx="2152788" cy="26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{8F515176-DEBF-44DB-B495-37C60F7E6FD1}372c19de-dfd4-4de7-9293-53c5fa2d1f7c-TF54b766f8-63ee-43b7-9d15-113a5f305028b8e3081f_win32</Template>
  <TotalTime>109</TotalTime>
  <Words>300</Words>
  <Application>Microsoft Office PowerPoint</Application>
  <PresentationFormat>Grand écran</PresentationFormat>
  <Paragraphs>49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Univers</vt:lpstr>
      <vt:lpstr>Wingdings</vt:lpstr>
      <vt:lpstr>GradientVTI</vt:lpstr>
      <vt:lpstr>Art piece 3: Unending pressure</vt:lpstr>
      <vt:lpstr>Dataset utilisé</vt:lpstr>
      <vt:lpstr>Stress Indicators Dataset for Mental Health Classification</vt:lpstr>
      <vt:lpstr>Representing each student</vt:lpstr>
      <vt:lpstr>Caractéristiques</vt:lpstr>
      <vt:lpstr>Caractéristiques</vt:lpstr>
      <vt:lpstr>Caractéristiques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Imad Benahmed</dc:creator>
  <cp:lastModifiedBy>Imad Benahmed</cp:lastModifiedBy>
  <cp:revision>1</cp:revision>
  <dcterms:created xsi:type="dcterms:W3CDTF">2026-03-09T16:45:25Z</dcterms:created>
  <dcterms:modified xsi:type="dcterms:W3CDTF">2026-03-09T18:35:24Z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